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МИНИСТЕРСТВО НАУКИ И ВЫСШЕГО ОБРАЗОВАНИЯ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ЮЖНО-УРАЛЬСКИЙ ГОСУДАРСТВЕННЫЙ УНИВЕРСИТЕТ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 подготовки топ-специалистов в сфере информационных технологий «Цифровой Урал»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систем синтеза речи (TTS)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Проектная работа «Текст в голос», спринт 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4572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Выполнили: студенты группы 201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Соломахин Е. И., Мажаров А. В., Ишутов М. С.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Плотникова Н. В.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Челябинск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ЮУрГУ · Центр «Цифровой Урал»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</a:t>
            </a:r>
            <a:pPr indent="0" marL="0"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рассмотреть архитектуры систем синтеза речи, определить области их применения на предприятии и сравнить ElevenLabs, Yandex SpeechKit и openbmb/VoxCPM2.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Задачи: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11064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структуру систем синтеза речи и эволюцию подходов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рассмотреть ключевые архитектуры, от Tacotron до гибридных моделей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описать метрики качества и нерешённые проблемы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определить сценарии применения синтеза речи на предприятии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сравнить системы по преимуществам, недостаткам и стоимости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ЮУрГУ · Центр «Цифровой Урал»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системы синтеза речи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828800" cy="822960"/>
          </a:xfrm>
          <a:prstGeom prst="rect">
            <a:avLst/>
          </a:prstGeom>
          <a:solidFill>
            <a:srgbClr val="EAF0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45920"/>
            <a:ext cx="1828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41448" y="1920240"/>
            <a:ext cx="320040" cy="274320"/>
          </a:xfrm>
          <a:prstGeom prst="rightArrow">
            <a:avLst/>
          </a:prstGeom>
          <a:solidFill>
            <a:srgbClr val="595959"/>
          </a:solidFill>
          <a:ln w="6350">
            <a:solidFill>
              <a:srgbClr val="59595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1645920"/>
            <a:ext cx="18288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1645920"/>
            <a:ext cx="1828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frontend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27448" y="1920240"/>
            <a:ext cx="320040" cy="274320"/>
          </a:xfrm>
          <a:prstGeom prst="rightArrow">
            <a:avLst/>
          </a:prstGeom>
          <a:solidFill>
            <a:srgbClr val="595959"/>
          </a:solidFill>
          <a:ln w="6350">
            <a:solidFill>
              <a:srgbClr val="59595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1645920"/>
            <a:ext cx="18288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1645920"/>
            <a:ext cx="1828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Акустическая модель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13448" y="1920240"/>
            <a:ext cx="320040" cy="274320"/>
          </a:xfrm>
          <a:prstGeom prst="rightArrow">
            <a:avLst/>
          </a:prstGeom>
          <a:solidFill>
            <a:srgbClr val="595959"/>
          </a:solidFill>
          <a:ln w="6350">
            <a:solidFill>
              <a:srgbClr val="59595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1645920"/>
            <a:ext cx="18288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06640" y="1645920"/>
            <a:ext cx="1828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Вокодер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299448" y="1920240"/>
            <a:ext cx="320040" cy="274320"/>
          </a:xfrm>
          <a:prstGeom prst="rightArrow">
            <a:avLst/>
          </a:prstGeom>
          <a:solidFill>
            <a:srgbClr val="595959"/>
          </a:solidFill>
          <a:ln w="6350">
            <a:solidFill>
              <a:srgbClr val="59595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0" y="1645920"/>
            <a:ext cx="1828800" cy="822960"/>
          </a:xfrm>
          <a:prstGeom prst="rect">
            <a:avLst/>
          </a:prstGeom>
          <a:solidFill>
            <a:srgbClr val="EAF0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92640" y="1645920"/>
            <a:ext cx="1828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Звуковая волна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2926080"/>
            <a:ext cx="11064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frontend: нормализация текста, перевод графем в фонемы (G2P), ударения, паузы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акустическая модель предсказывает мел-спектрограмму, длительности фонем и частоту основного тона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вокодер переводит признаки в звуковую волну и восстанавливает фазу, которой нет в спектрограмме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современные end-to-end модели постепенно объединяют эти этапы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ЮУрГУ · Центр «Цифровой Урал»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Эволюция подходов к синтезу речи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38328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Поколение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Идея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Сильные стороны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Слабые стороны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selection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Склейка записанных юнитов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Естественность, скорость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Монотонность, артефакты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Параметрический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Предсказание параметров и вокодер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Мало данных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Низкое качество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Нейросетевой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Tacotron 2 и WaveNet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 около 4,5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Медленная генерация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Диффузионный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Grad-TTS: шум в спектрограмму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Баланс качества и скорости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Итеративность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Токенный гибрид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Voxtral TTS: токены и flow matching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Клонирование голоса, стриминг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Большая модель, лицензия NC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ЮУрГУ · Центр «Цифровой Урал»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архитектуры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Tacotron 2: MOS 4,52 против 4,58 у записанной речи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Grad-TTS: диффузионная модель, число шагов выбирается после обучения; с 10 шагами примерно вдвое быстрее Tacotron 2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Voxtral TTS: клонирование голоса по 3 секундам, 9 языков; 68,4 % предпочтений против ElevenLabs Flash v2.5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371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акустических моделей (MOS, RTF на GPU)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828800"/>
          <a:ext cx="56692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Grad-TTS-1000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3,663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Grad-TTS-10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Grad-TTS-4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Tacotron 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Glow-TTS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FastSpeech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Речь человека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ЮУрГУ · Центр «Цифровой Урал»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Применение синтеза речи на предприятии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охрана труда и инструктажи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оповещение в цехах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голосовые подсказки операторам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и адаптация новичков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55448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диспетчеризация и логистика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внутренние новости и приказы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доступность для сотрудников с нарушением зрения и иностранных рабочих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46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 к системе: </a:t>
            </a:r>
            <a:pPr indent="0" marL="0"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быстрая генерация, частое обновление текстов без диктора, поддержка нескольких языков.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ЮУрГУ · Центр «Цифровой Урал»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систем синтеза речи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474720"/>
                <a:gridCol w="27432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Сервис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Преимущество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Недостаток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Стоимость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ElevenLabs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Высокое качество, много голосов, SSML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Невозможна оплата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копеек за символ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Yandex SpeechKit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Низкая цена, реальное время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Металлические шумы, нет SSML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 копейки за символ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openbmb/VoxCPM2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Открытая модель, качество, SSML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Нужно не менее 8 ГБ памяти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Бесплатно, свой сервер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2976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</a:t>
            </a:r>
            <a:pPr indent="0" marL="0"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 SpeechKit подходит для быстрых оповещений, VoxCPM2 для качества и управления произношением. ElevenLabs недоступен из-за оплаты.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ЮУрГУ · Центр «Цифровой Урал»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развивалась от склейки записей через статистические модели к нейросетям, по MOS близким к человеку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«frontend, акустическая модель, вокодер» остаётся основой, но появляются end-to-end модели и системы на аудиотокенах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качества остаётся слабым местом: без людей надёжно проверить естественность нельзя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предприятия синтез речи применим в инструктажах, оповещениях, обучении и других задачах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 SpeechKit выигрывает в цене и скорости, VoxCPM2 даёт качество и SSML при наличии ресурсов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ЮУрГУ · Центр «Цифровой Урал»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источников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технологий синтеза речи // Хабр, Т-Банк. 2019.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Audio Course. Unit 3: Refresher on transformer models, CTC architectures, Seq2Seq architectures.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Синтез речи // ИТМО, Викиконспекты.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A. H. et al. Voxtral TTS // arXiv:2603.25551. 2026.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Popov V. et al. Grad-TTS: A Diffusion Probabilistic Model for Text-to-Speech // ICML 2021.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Сравнение систем синтеза речи (TTS)</dc:title>
  <dc:subject>PptxGenJS Presentation</dc:subject>
  <dc:creator>PptxGenJS</dc:creator>
  <cp:lastModifiedBy>PptxGenJS</cp:lastModifiedBy>
  <cp:revision>1</cp:revision>
  <dcterms:created xsi:type="dcterms:W3CDTF">2026-10-08T05:14:23Z</dcterms:created>
  <dcterms:modified xsi:type="dcterms:W3CDTF">2026-10-08T05:14:23Z</dcterms:modified>
</cp:coreProperties>
</file>